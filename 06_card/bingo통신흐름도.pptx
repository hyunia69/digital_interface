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98" y="-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171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29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985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76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170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074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9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13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23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3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2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1E221-E488-42A4-8A1E-893062BFABF9}" type="datetimeFigureOut">
              <a:rPr lang="ko-KR" altLang="en-US" smtClean="0"/>
              <a:t>2024-04-15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494E4-4C35-48EA-AC96-9FAD2DDF9F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31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71328" y="885097"/>
            <a:ext cx="288032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시작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979462" y="5949280"/>
            <a:ext cx="288032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종료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" name="다이아몬드 6"/>
          <p:cNvSpPr/>
          <p:nvPr/>
        </p:nvSpPr>
        <p:spPr>
          <a:xfrm>
            <a:off x="1972120" y="1880828"/>
            <a:ext cx="2880320" cy="648072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LTE </a:t>
            </a:r>
            <a:r>
              <a:rPr lang="ko-KR" altLang="en-US" dirty="0" smtClean="0">
                <a:solidFill>
                  <a:schemeClr val="tx1"/>
                </a:solidFill>
              </a:rPr>
              <a:t>모뎀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시간 읽기 </a:t>
            </a:r>
            <a:r>
              <a:rPr lang="en-US" altLang="ko-KR" dirty="0" smtClean="0">
                <a:solidFill>
                  <a:schemeClr val="tx1"/>
                </a:solidFill>
              </a:rPr>
              <a:t>(0xD5)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다이아몬드 7"/>
          <p:cNvSpPr/>
          <p:nvPr/>
        </p:nvSpPr>
        <p:spPr>
          <a:xfrm>
            <a:off x="1972120" y="3104964"/>
            <a:ext cx="2880320" cy="648072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거래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(0xCA)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꺾인 연결선 10"/>
          <p:cNvCxnSpPr>
            <a:stCxn id="7" idx="1"/>
            <a:endCxn id="5" idx="1"/>
          </p:cNvCxnSpPr>
          <p:nvPr/>
        </p:nvCxnSpPr>
        <p:spPr>
          <a:xfrm rot="10800000" flipH="1" flipV="1">
            <a:off x="1972120" y="2204864"/>
            <a:ext cx="7342" cy="4068452"/>
          </a:xfrm>
          <a:prstGeom prst="bentConnector3">
            <a:avLst>
              <a:gd name="adj1" fmla="val -31135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8" idx="1"/>
            <a:endCxn id="5" idx="1"/>
          </p:cNvCxnSpPr>
          <p:nvPr/>
        </p:nvCxnSpPr>
        <p:spPr>
          <a:xfrm rot="10800000" flipH="1" flipV="1">
            <a:off x="1972120" y="3429000"/>
            <a:ext cx="7342" cy="2844316"/>
          </a:xfrm>
          <a:prstGeom prst="bentConnector3">
            <a:avLst>
              <a:gd name="adj1" fmla="val -311359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7" idx="2"/>
            <a:endCxn id="8" idx="0"/>
          </p:cNvCxnSpPr>
          <p:nvPr/>
        </p:nvCxnSpPr>
        <p:spPr>
          <a:xfrm>
            <a:off x="3412280" y="2528900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8" idx="2"/>
          </p:cNvCxnSpPr>
          <p:nvPr/>
        </p:nvCxnSpPr>
        <p:spPr>
          <a:xfrm flipH="1">
            <a:off x="3411488" y="3753036"/>
            <a:ext cx="792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다이아몬드 17"/>
          <p:cNvSpPr/>
          <p:nvPr/>
        </p:nvSpPr>
        <p:spPr>
          <a:xfrm>
            <a:off x="1972120" y="4545124"/>
            <a:ext cx="2880320" cy="648072"/>
          </a:xfrm>
          <a:prstGeom prst="diamond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물건 </a:t>
            </a:r>
            <a:r>
              <a:rPr lang="ko-KR" altLang="en-US" dirty="0" err="1" smtClean="0">
                <a:solidFill>
                  <a:schemeClr val="tx1"/>
                </a:solidFill>
              </a:rPr>
              <a:t>투출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5004048" y="4545124"/>
            <a:ext cx="2880320" cy="6480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직전거래 취소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(0xC8)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/>
          <p:cNvCxnSpPr>
            <a:stCxn id="18" idx="2"/>
            <a:endCxn id="5" idx="0"/>
          </p:cNvCxnSpPr>
          <p:nvPr/>
        </p:nvCxnSpPr>
        <p:spPr>
          <a:xfrm>
            <a:off x="3412280" y="5193196"/>
            <a:ext cx="7342" cy="756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8" idx="3"/>
            <a:endCxn id="20" idx="1"/>
          </p:cNvCxnSpPr>
          <p:nvPr/>
        </p:nvCxnSpPr>
        <p:spPr>
          <a:xfrm>
            <a:off x="4852440" y="4869160"/>
            <a:ext cx="15160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20" idx="2"/>
            <a:endCxn id="5" idx="3"/>
          </p:cNvCxnSpPr>
          <p:nvPr/>
        </p:nvCxnSpPr>
        <p:spPr>
          <a:xfrm rot="5400000">
            <a:off x="5111935" y="4941043"/>
            <a:ext cx="1080120" cy="158442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57717" y="48691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실패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763687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실패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763688" y="221771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실패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765949" y="52384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성공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411488" y="37413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성공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419622" y="25171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성공</a:t>
            </a:r>
            <a:endParaRPr lang="ko-KR" altLang="en-US" dirty="0"/>
          </a:p>
        </p:txBody>
      </p:sp>
      <p:cxnSp>
        <p:nvCxnSpPr>
          <p:cNvPr id="38" name="직선 화살표 연결선 37"/>
          <p:cNvCxnSpPr>
            <a:stCxn id="4" idx="2"/>
            <a:endCxn id="7" idx="0"/>
          </p:cNvCxnSpPr>
          <p:nvPr/>
        </p:nvCxnSpPr>
        <p:spPr>
          <a:xfrm>
            <a:off x="3411488" y="1533169"/>
            <a:ext cx="792" cy="34765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94729" y="3104964"/>
            <a:ext cx="2420856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Timeout + 5sec </a:t>
            </a:r>
            <a:r>
              <a:rPr lang="ko-KR" altLang="en-US" dirty="0" smtClean="0"/>
              <a:t>대기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응답이 없으면 실패</a:t>
            </a:r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71410" y="1880828"/>
            <a:ext cx="2194832" cy="64633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2sec </a:t>
            </a:r>
            <a:r>
              <a:rPr lang="ko-KR" altLang="en-US" dirty="0" smtClean="0"/>
              <a:t>대기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응답이 없으면 실패</a:t>
            </a:r>
            <a:endParaRPr lang="ko-KR" altLang="en-US" dirty="0"/>
          </a:p>
        </p:txBody>
      </p:sp>
      <p:sp>
        <p:nvSpPr>
          <p:cNvPr id="43" name="제목 1"/>
          <p:cNvSpPr txBox="1">
            <a:spLocks/>
          </p:cNvSpPr>
          <p:nvPr/>
        </p:nvSpPr>
        <p:spPr>
          <a:xfrm>
            <a:off x="0" y="1"/>
            <a:ext cx="9144000" cy="836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smtClean="0"/>
              <a:t>BINGO </a:t>
            </a:r>
            <a:r>
              <a:rPr lang="ko-KR" altLang="en-US" dirty="0" smtClean="0"/>
              <a:t>통신 흐름도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516216" y="5193196"/>
            <a:ext cx="2476960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선불카드는 취소 불가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55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</Words>
  <Application>Microsoft Office PowerPoint</Application>
  <PresentationFormat>화면 슬라이드 쇼(4:3)</PresentationFormat>
  <Paragraphs>21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BINGO</dc:title>
  <dc:creator>USER</dc:creator>
  <cp:lastModifiedBy>USER</cp:lastModifiedBy>
  <cp:revision>3</cp:revision>
  <dcterms:created xsi:type="dcterms:W3CDTF">2024-04-15T04:25:10Z</dcterms:created>
  <dcterms:modified xsi:type="dcterms:W3CDTF">2024-04-15T04:41:36Z</dcterms:modified>
</cp:coreProperties>
</file>